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attendees. This playbook is owned by Platform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IC is the single point of coordination. They do not fix the issue — they manage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in doubt, escalate to a higher severity. It's easier to downgrade than to under-respond to a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Communication cadence: every 30 min for P1, every hour for P2.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declare resolved until metrics confirm normal. Premature resolution is a common trap.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P3/P4, the IC and Tech Lead can be the same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PIR template is in Confluence: /confluence/PIR-template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emergencies outside working hours, escalate via PagerDuty P1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Response Playbook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788920"/>
            <a:ext cx="109728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detect, respond to, and learn from incidents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Platform Engineering  ·  platform-eng@company.com  ·  v1.0  ·  2026-06-24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1: Detection &amp; Triage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and classifying the incident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Detect the Incident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alerts in PagerDuty and check #incidents Slack channel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incident is real (rule out false positives)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Incident Commander (IC) immediately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War Room in Slack: /incident open &lt;name&gt;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Classify Severity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Critical: full service outage, data breach risk → page on-call team now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High: major feature broken, significant user impact → respond within 15 min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Medium: degraded performance, workaround exists → respond within 2 hours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Low: minor issue, no user impact → schedule fix in next sprint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Decision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Fires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or monitoring tool triggers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5681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2432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2432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028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 Real?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genuine incident or false positive?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4845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1596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 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3192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Commander takes ownership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4009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3212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0760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356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Severity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2356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through P4 based on impact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03173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2376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9924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War Room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channel + bridge call if P1/P2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Response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Containing and resolving the incident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Contain &amp; Communicate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initial update in War Room within 10 minutes of IC assignment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stakeholders via #status-updates for P1/P2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external status page if customer-facing impact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blast radius: roll back, feature flag off, or isolate component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Resolve &amp; Verify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fix or rollback to last known good state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resolution with monitoring dashboards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affected teams before declaring resolved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resolution message in War Room and #status-updates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&amp; Responsibilities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Commander (IC)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coordination and decisions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technical investigation and 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on-call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Comms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Manages stakeholder updates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 timeline in real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Post-Incident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and improving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— Post-Incident Review (PIR)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PIR within 48 hours of resolution (not 2 weeks later)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blameless format: focus on systems and processes, not people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Document: timeline, root cause, contributing factors, action items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PIR document with Engineering and relevant stakeholders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Contacts &amp; Resources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On-Call Rota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— platform team schedule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 Room Slack Command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1947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/incident open &lt;name&gt;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Page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status.company.com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 Template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 /docs/PIR-template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83464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88950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Playbook Owner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318211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platform-eng@company.com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Incident Response Playbook</dc:title>
  <dc:subject>PptxGenJS Presentation</dc:subject>
  <dc:creator>Platform Engineering</dc:creator>
  <cp:lastModifiedBy>Platform Engineering</cp:lastModifiedBy>
  <cp:revision>1</cp:revision>
  <dcterms:created xsi:type="dcterms:W3CDTF">2026-06-24T19:42:33Z</dcterms:created>
  <dcterms:modified xsi:type="dcterms:W3CDTF">2026-06-24T19:42:33Z</dcterms:modified>
</cp:coreProperties>
</file>