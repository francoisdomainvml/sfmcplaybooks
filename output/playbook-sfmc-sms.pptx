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playbook for all SMS campaigns, including promotional, transactional, and service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SMS requires explicit opt-in. Do not send to numbers without a valid subscription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type drives approval, content rules, and allowable send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SMS timing and frequency are critical for compliance and customer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MobileConnect configuration should match the campaign goal and regulatory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Accurate data avoids carrier rejections and improves deliverability.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SMS tests must include both content and system flow validation before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Broadcast sends should be designed as one-way campaigns with strong opt-in validation and carrier-safe volume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User-initiated two-way messaging begins with the subscriber reaching out; the system must treat these flows as inbound engagements, not outbound broadcasts.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Platform-initiated two-way campaigns are outbound first, but they must preserve the option for a seamless inbound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controlled send launch reduces the risk of mass failures or compliance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SFMC tracking and MobileConnect health dashboards to spot issues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Inbound response handling is part of the campaign experience and compliance footprint.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Post-campaign review ensures future SMS sends are safer and more 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may overlap for smaller teams, but each area needs clear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this slide whenever ownership or contact info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SFMC SMS Playbook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788920"/>
            <a:ext cx="10972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building, and operating SMS campaigns in Salesforce Marketing Cloud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Digital Marketing Ops  ·  ops@vml.com  ·  v1.0  ·  2026-06-24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Plan &amp; Comply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permissions, select channels, and reduce risk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Confirm audience permission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SMS consent for every recipient before sending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opt-in source, date, and the terms shown at sign-up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 local regulations: TCPA, CTIA, CASL, GDPR, and other region-specific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opt-out language and HELP instructions are included in every message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Classify the message 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Promotional: offers, marketing, and general engagement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Transactional: account alerts, delivery updates, payment reminders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appointment reminders, support notifications, system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correct send classification and Journey Builder SMS activity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Set delivery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quiet hours and local time zone restrictions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message frequency by campaign and recipient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suppression lists for DNC, unsubscribed, invalid numbers, and do-not-contact groups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fallback plans for invalid numbers and blocked carriers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Build &amp; Test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MobileConnect, data, and approvals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Configure MobileConnect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the correct sender code: short code, long code, or Toll-Free SMS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keywords, auto-replies, and confirmation messages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correct sender profile and send classification for this campaign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message template uses approved branding and compliant copy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Prepare subscriber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clean Data Extensions with mobile number, country code, opt-in status, and consent metadata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personalization fields only when source data is verified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recipients by eligibility, language, and engagement signals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validation queries to remove duplicates, invalid formats, and unsubscribes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Test end-to-end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test messages to seed and QA devices across carriers and regions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opt-out replies (STOP, HELP) and inbound keyword handling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dynamic content, personalization, and URL shortening render correctly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tracking links, campaign names, and message truncation in preview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Build &amp; Approval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campaign goal and audience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5681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MobileConnect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sender code, keyword, and auto-reply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4845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recipients and confirm opt-ins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009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0760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send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carriers and check message formatting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3173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924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&amp; schedule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stakeholder sign-off and set send time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Builder SMS Handling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Broadcast, user-initiated, and platform-initiated message 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 messages in Journey Builder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Journey Builder SMS activities for large scheduled sends and audience-based campaign broadcasts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correct entry source: DE, list, filter, or API event for broadcast audiences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send classification, suppression, and quiet hour guardrails before launch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throttling or journey splits to limit velocity for high-volume SMS broadcasts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SMS — user-initiated flows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MobileConnect keywords and auto-replies for inbound customer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inbound replies into a conversational journey or support workflow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first message content, subscriber context, and intent for follow-up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STOP, HELP, and unsubscribe keywords are handled automatically and immediately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SMS — platform-initiated flows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Journey Builder triggered sends to follow up on system events, abandoned carts, or service updates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replies to be expected, with clear instructions on how to continue or opt 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platform-initiated outbound sends to inbound keyword paths when a response is required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conversation state so follow-up messages are only sent when appropriate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Send &amp; Monitor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campaign and watch delivery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— Execute the send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send during acceptable local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final send window, throttling, and retry settings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MobileConnect send classification and suppression list are active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initial send volume and delivery confirmations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— Monitor delivery and health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delivery, undelivered, and blocked message counts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carrier response codes and rejection reasons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spike in opt-outs, keywords, or abuse complaints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immediately if major rejection or delivery failure occurs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 — Manage replies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inbound responses in MobileConnect and route them to Customer Service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STOP, UNSUBSCRIBE, and HELP replies automatically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action any support or keyword-driven responses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CRM or marketing databases with reply status as needed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4: Report &amp; Improve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performance, compliance, and campaign learnings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 — Analyze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delivered, clicked, replied, and opt-out rates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actual send volume to expected reach and engagement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carriers or segments with high failure rates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lessons learned and update the SMS playbook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Roles &amp; Responsibilities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 message content, audience, and 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Configures MobileConnect and executes the send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/ Compliance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opt-in, messaging, and regulatory requirements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delivery, reporting, and campaign ROI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Insights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inbound replies and keyword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Contacts &amp; Resources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521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Campaign Owner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44475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sms-ops@company.com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1521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MobileConnect Support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44475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SFMC MobileConnect admin or support 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6596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2082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Review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1343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legal-compliance@company.com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6596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02082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Opt-Out Handling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31343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stoprequest@company.com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3464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88950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Playbook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18211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internal docs for SMS standards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SFMC SMS Playbook</dc:title>
  <dc:subject>PptxGenJS Presentation</dc:subject>
  <dc:creator>Digital Marketing Ops</dc:creator>
  <cp:lastModifiedBy>Digital Marketing Ops</cp:lastModifiedBy>
  <cp:revision>1</cp:revision>
  <dcterms:created xsi:type="dcterms:W3CDTF">2026-06-24T19:33:42Z</dcterms:created>
  <dcterms:modified xsi:type="dcterms:W3CDTF">2026-06-24T19:33:42Z</dcterms:modified>
</cp:coreProperties>
</file>